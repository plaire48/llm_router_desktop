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소개" id="{11111111-1111-1111-1111-111111111111}">
          <p14:sldIdLst>
            <p14:sldId id="256"/>
            <p14:sldId id="257"/>
          </p14:sldIdLst>
        </p14:section>
        <p14:section name="본문" id="{{22222222-2222-2222-2222-222222222222}}">
          <p14:sldIdLst>
            <p14:sldId id="258"/>
            <p14:sldId id="259"/>
            <p14:sldId id="26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분기 매출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매출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120</c:v>
                </c:pt>
                <c:pt idx="2">
                  <c:v>90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비율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120</c:v>
                </c:pt>
                <c:pt idx="2">
                  <c:v>90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발표자 노트: 목록 수준을 설명한다.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xample.com/deck-guide" TargetMode="Externa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microsoft.com/office/2007/relationships/media" Target="../media/media1.mp4"/><Relationship Id="rId5" Type="http://schemas.openxmlformats.org/officeDocument/2006/relationships/video" Target="../media/media1.mp4"/><Relationship Id="rId6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1F3864"/>
                </a:solidFill>
                <a:latin typeface="맑은 고딕"/>
              </a:rPr>
              <a:t>기능 점검 발표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합성 자료로 만든 점검용 슬라이드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글머리와 수준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첫째 수준</a:t>
            </a:r>
          </a:p>
          <a:p>
            <a:pPr lvl="1"/>
            <a:r>
              <a:t>둘째 수준</a:t>
            </a:r>
          </a:p>
          <a:p>
            <a:pPr lvl="2"/>
            <a:r>
              <a:t>셋째 수준</a:t>
            </a:r>
          </a:p>
          <a:p>
            <a:pPr/>
            <a:r>
              <a:t>다시 첫째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굵게 </a:t>
            </a:r>
            <a:r>
              <a:rPr i="1"/>
              <a:t>기울임 </a:t>
            </a:r>
            <a:r>
              <a:rPr u="sng"/>
              <a:t>밑줄 </a:t>
            </a:r>
            <a:r>
              <a:rPr sz="2400">
                <a:latin typeface="Arial"/>
              </a:rPr>
              <a:t>Arial 24 </a:t>
            </a:r>
            <a:r>
              <a:rPr>
                <a:solidFill>
                  <a:srgbClr val="C00000"/>
                </a:solidFill>
              </a:rPr>
              <a:t>빨강</a:t>
            </a:r>
            <a:r>
              <a:rPr strike="sngStrike"/>
              <a:t> 취소선</a:t>
            </a:r>
          </a:p>
          <a:p>
            <a:pPr algn="ctr"/>
            <a:r>
              <a:rPr>
                <a:hlinkClick r:id="rId2"/>
              </a:rPr>
              <a:t>바깥 링크</a:t>
            </a:r>
          </a:p>
        </p:txBody>
      </p:sp>
      <p:sp>
        <p:nvSpPr>
          <p:cNvPr id="3" name="사각형"/>
          <p:cNvSpPr/>
          <p:nvPr/>
        </p:nvSpPr>
        <p:spPr>
          <a:xfrm>
            <a:off x="457200" y="2103120"/>
            <a:ext cx="2011680" cy="1097280"/>
          </a:xfrm>
          <a:prstGeom prst="rect">
            <a:avLst/>
          </a:prstGeom>
          <a:solidFill>
            <a:srgbClr val="2E75B6"/>
          </a:solidFill>
          <a:ln w="2540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사각형 안 글</a:t>
            </a:r>
          </a:p>
        </p:txBody>
      </p:sp>
      <p:sp>
        <p:nvSpPr>
          <p:cNvPr id="4" name="둥근 사각형"/>
          <p:cNvSpPr/>
          <p:nvPr/>
        </p:nvSpPr>
        <p:spPr>
          <a:xfrm>
            <a:off x="2743200" y="2103120"/>
            <a:ext cx="2011680" cy="1097280"/>
          </a:xfrm>
          <a:prstGeom prst="roundRect">
            <a:avLst/>
          </a:prstGeom>
          <a:gradFill rotWithShape="1"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scaled="0" ang="16200000"/>
          </a:gradFill>
          <a:ln w="2540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그라데이션</a:t>
            </a:r>
          </a:p>
        </p:txBody>
      </p:sp>
      <p:sp>
        <p:nvSpPr>
          <p:cNvPr id="5" name="타원"/>
          <p:cNvSpPr/>
          <p:nvPr/>
        </p:nvSpPr>
        <p:spPr>
          <a:xfrm>
            <a:off x="5029200" y="2103120"/>
            <a:ext cx="2011680" cy="1097280"/>
          </a:xfrm>
          <a:prstGeom prst="ellipse">
            <a:avLst/>
          </a:prstGeom>
          <a:solidFill>
            <a:srgbClr val="70AD47"/>
          </a:solidFill>
          <a:ln w="2540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오른쪽 화살표"/>
          <p:cNvSpPr/>
          <p:nvPr/>
        </p:nvSpPr>
        <p:spPr>
          <a:xfrm>
            <a:off x="7315200" y="2103120"/>
            <a:ext cx="2011680" cy="1097280"/>
          </a:xfrm>
          <a:prstGeom prst="rightArrow">
            <a:avLst/>
          </a:prstGeom>
          <a:solidFill>
            <a:srgbClr val="ED7D31"/>
          </a:solidFill>
          <a:ln w="2540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별"/>
          <p:cNvSpPr/>
          <p:nvPr/>
        </p:nvSpPr>
        <p:spPr>
          <a:xfrm>
            <a:off x="9601200" y="2103120"/>
            <a:ext cx="2011680" cy="1097280"/>
          </a:xfrm>
          <a:prstGeom prst="star5">
            <a:avLst/>
          </a:prstGeom>
          <a:solidFill>
            <a:srgbClr val="FFC000"/>
          </a:solidFill>
          <a:ln w="2540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8" name="묶음"/>
          <p:cNvGrpSpPr/>
          <p:nvPr/>
        </p:nvGrpSpPr>
        <p:grpSpPr>
          <a:xfrm>
            <a:off x="457200" y="3657600"/>
            <a:ext cx="2926080" cy="731520"/>
            <a:chOff x="457200" y="3657600"/>
            <a:chExt cx="2926080" cy="731520"/>
          </a:xfrm>
        </p:grpSpPr>
        <p:sp>
          <p:nvSpPr>
            <p:cNvPr id="9" name="묶음 사각형"/>
            <p:cNvSpPr/>
            <p:nvPr/>
          </p:nvSpPr>
          <p:spPr>
            <a:xfrm>
              <a:off x="457200" y="3657600"/>
              <a:ext cx="1371600" cy="73152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묶음 안 1</a:t>
              </a:r>
            </a:p>
          </p:txBody>
        </p:sp>
        <p:sp>
          <p:nvSpPr>
            <p:cNvPr id="10" name="묶음 타원"/>
            <p:cNvSpPr/>
            <p:nvPr/>
          </p:nvSpPr>
          <p:spPr>
            <a:xfrm>
              <a:off x="2011680" y="3657600"/>
              <a:ext cx="1371600" cy="73152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묶음 안 2</a:t>
              </a:r>
            </a:p>
          </p:txBody>
        </p:sp>
      </p:grpSp>
      <p:cxnSp>
        <p:nvCxnSpPr>
          <p:cNvPr id="11" name="연결선"/>
          <p:cNvCxnSpPr/>
          <p:nvPr/>
        </p:nvCxnSpPr>
        <p:spPr>
          <a:xfrm>
            <a:off x="3657600" y="4023360"/>
            <a:ext cx="1828800" cy="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워드아트"/>
          <p:cNvSpPr txBox="1"/>
          <p:nvPr/>
        </p:nvSpPr>
        <p:spPr>
          <a:xfrm>
            <a:off x="6400800" y="3657600"/>
            <a:ext cx="4572000" cy="1097280"/>
          </a:xfrm>
          <a:prstGeom prst="rect">
            <a:avLst/>
          </a:prstGeom>
          <a:noFill/>
        </p:spPr>
        <p:txBody>
          <a:bodyPr wrap="none">
            <a:spAutoFit/>
            <a:prstTxWarp prst="textArchUp">
              <a:avLst/>
            </a:prstTxWarp>
          </a:bodyPr>
          <a:lstStyle/>
          <a:p>
            <a:r>
              <a:t>휘어진 글자</a:t>
            </a:r>
          </a:p>
        </p:txBody>
      </p:sp>
      <p:pic>
        <p:nvPicPr>
          <p:cNvPr id="13" name="잘린 사진" descr=".PHOTO.png"/>
          <p:cNvPicPr>
            <a:picLocks noChangeAspect="1"/>
          </p:cNvPicPr>
          <p:nvPr/>
        </p:nvPicPr>
        <p:blipFill>
          <a:blip r:embed="rId3"/>
          <a:srcRect l="10000" r="10000"/>
          <a:stretch>
            <a:fillRect/>
          </a:stretch>
        </p:blipFill>
        <p:spPr>
          <a:xfrm>
            <a:off x="457200" y="4754880"/>
            <a:ext cx="2468880" cy="16459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표와 차트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50292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</a:tblGrid>
              <a:tr h="548640">
                <a:tc>
                  <a:txBody>
                    <a:bodyPr/>
                    <a:lstStyle/>
                    <a:p>
                      <a:r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상반기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하반기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매출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</a:tr>
              <a:tr h="548640">
                <a:tc rowSpan="2">
                  <a:txBody>
                    <a:bodyPr/>
                    <a:lstStyle/>
                    <a:p>
                      <a:r>
                        <a:t>세로 병합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t>가로 병합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54864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760720" y="1371600"/>
          <a:ext cx="2926080" cy="2377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778240" y="1371600"/>
          <a:ext cx="2926080" cy="23774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pic>
        <p:nvPicPr>
          <p:cNvPr id="6" name=".clip.mp4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57200" y="3931920"/>
            <a:ext cx="2743200" cy="1554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숨긴 슬라이드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